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0" y="2743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update: 2026-04-24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Slack 연동 매뉴얼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4114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017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처음부터 끝까지 — Step by Step 가이드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App 설정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9456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 서버 설치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4904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연동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30352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관리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구조 이해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어떻게 동작하는지 파악하세요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63040"/>
            <a:ext cx="1645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(사용자)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749040" y="1463040"/>
            <a:ext cx="1645920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146304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 서버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0" y="1051560"/>
            <a:ext cx="1645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0" y="105156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40880" y="1920240"/>
            <a:ext cx="1645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0" y="192024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103120" y="1874520"/>
            <a:ext cx="16459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94960" y="1463040"/>
            <a:ext cx="1645920" cy="4114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94960" y="1874520"/>
            <a:ext cx="1645920" cy="4572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1572768"/>
            <a:ext cx="164592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명령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40680" y="1325880"/>
            <a:ext cx="1600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→ API 직접 호출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40680" y="2286000"/>
            <a:ext cx="1600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→ 세션 연결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063240"/>
            <a:ext cx="3931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00400"/>
            <a:ext cx="3749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모드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94360" y="3566160"/>
            <a:ext cx="3749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Anthropic API 직접 호출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봇이 답변 지시대로 실제 작업 수행: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파일 읽기/쓰기, git, 셸 명령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단발성 에이전트 작업에 적합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306324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9160" y="3200400"/>
            <a:ext cx="39319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모드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9160" y="3566160"/>
            <a:ext cx="393192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서버의 임의의 tmux pane에 연결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Claude Code의 권한 요청을 자동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감지 + Slack 버튼으로 응답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장시간 작업 모니터링에 적합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 — 사전 준비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전 반드시 확인하세요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58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08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15270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서버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등 Linux 환경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(Windows WSL 도 가능)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0" y="15270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18+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9000" y="20116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--version 으로 확인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없으면 다음 슬라이드 참고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508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15270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0" y="20116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및 로그인 완료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터미널에서 claude 실행 확인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1546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7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" y="33558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키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console.anthropic.com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API Keys → Create Key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46120" y="31546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29000" y="3337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2900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840480" y="33558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워크스페이스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29000" y="38404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권한 필요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설치 권한 있어야 함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035040" y="31546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3337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29400" y="33558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 파일 3개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217920" y="38404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index.js / package.json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(토큰 저장용)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0-1 — Node.js 18 설치 (없는 경우)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node --version 이 v18+ 이면 건너뛰세요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현재 버전 확인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7335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버전이 낮거나 없으면 아래 명령어 실행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822960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50592"/>
            <a:ext cx="804672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Node.js 18 다운로드 및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https://nodejs.org/dist/v18.20.4/node-v18.20.4-linux-x64.tar.xz -o node18.tar.xz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 -xf node18.tar.xz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PATH=$PWD/node-v18.20.4-linux-x64/bin:$PATH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영구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'export PATH=/실제경로/node-v18.20.4-linux-x64/bin:$PATH' &gt;&gt; ~/.bashrc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~/.bashrc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2511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   # v18.20.4 출력되면 성공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709160"/>
            <a:ext cx="8046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export PATH 는 현재 터미널에만 적용됩니다. ~/.bashrc 에 영구 등록해야 재접속 후에도 유지됩니다.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Slack 앱 만들기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api.slack.com/apps 에서 진행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api.slack.com/apps 접속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673352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New App 클릭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066544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06654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066544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scratch 선택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459736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45973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459736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Name 입력 (예: Claude Code)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2852928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8529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2852928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사용할 워크스페이스 선택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24612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246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3246120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App 클릭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303520" y="1280160"/>
            <a:ext cx="3383280" cy="338328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4068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 사항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40680" y="1783080"/>
            <a:ext cx="310896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앱 이름은 나중에 변경 가능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워크스페이스 관리자 권한 필요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한 번 만든 앱은 다른 워크스페이스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에서 재사용 불가 — 신중히 선택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무료 플랜 워크스페이스도 가능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Socket Mode 켜기 &amp; App Token 발급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서버 URL 없이 연결 가능하게 하는 설정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사이드바 → Socket Mode 클릭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719072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190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719072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Socket Mode 토글 → 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157984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157984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Name 입력 (아무 이름이나 가능)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596896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5968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596896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클릭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035808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0358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035808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xapp-... 토큰 복사 → 안전한 곳에 저장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3273552"/>
            <a:ext cx="4114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이것이 SLACK_APP_TOKEN 입니다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303520" y="1280160"/>
            <a:ext cx="3383280" cy="1463040"/>
          </a:xfrm>
          <a:prstGeom prst="rect">
            <a:avLst/>
          </a:prstGeom>
          <a:solidFill>
            <a:srgbClr val="F5F5F5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40680" y="1371600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발급되는 토큰 예시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40680" y="1691640"/>
            <a:ext cx="310896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xapp-1-ABCDEFGH12345-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XXXXXXXXXXXXXXXXXXXX-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YYYYYYYYYYYYYYYYYYYY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03520" y="2926080"/>
            <a:ext cx="3383280" cy="173736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40680" y="301752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중요!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40680" y="3337560"/>
            <a:ext cx="310896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토큰은 한 번만 표시됩니다.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반드시 복사해서 메모장에 저장하세요.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창을 닫으면 다시 볼 수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Bot Token Scopes 추가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&amp; Permissions 에서 설정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사이드바 → OAuth &amp; Permissions → Scopes → Bot Token Scopes → Add an OAuth Scope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추가할 스코프 6개: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chat:write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83464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channels:history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283464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283464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groups:history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33756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33756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im:history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63440" y="333756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333756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mpim:history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20624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스코프 추가 후 반드시 [Install to Workspace] 또는 [Reinstall to Workspace] 를 클릭해야 반영됩니다.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슬래시 명령어 등록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 → Create New Command (각각 등록)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사이드바 → Slash Commands → Create New Command    |    Request URL: https://example.com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92608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920240"/>
            <a:ext cx="29260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530352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920240"/>
            <a:ext cx="53035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Description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3774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83280" y="2377440"/>
            <a:ext cx="5303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23774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직접 호출 — Claude가 파일/셸/git 작업 수행 (에이전트)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292608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8346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83280" y="2834640"/>
            <a:ext cx="530352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0440" y="28346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세션에 연결 (선택적으로 session:window.pane 지정)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91840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918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/tmux-disconnect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83280" y="3291840"/>
            <a:ext cx="5303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2044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 중단 (tmux 세션 자체는 서버에서 계속 실행됨)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292608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383280" y="3749040"/>
            <a:ext cx="530352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0440" y="37490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연결된 tmux pane에 키 입력 전송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206240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42062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/tmux-status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383280" y="4206240"/>
            <a:ext cx="5303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20440" y="42062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tmux 화면 캡처 후 Slack 전송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&amp; 6 — Event Subscriptions + Bot Token 발급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스레드 댓글 인식을 위해 반드시 필요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417320"/>
            <a:ext cx="3749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Event Subscriptions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830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Event Subscriptions 클릭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Enable Events → 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60604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Request URL: https://example.com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Subscribe to bot events →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Add Bot User Event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42900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4 개 이벤트 추가 (아래 참고)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38404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Save Changes 클릭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54880"/>
            <a:ext cx="402336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4754880"/>
            <a:ext cx="3749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message.channels   message.groups   message.im   message.mpim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417320"/>
            <a:ext cx="3749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Bot Token 발급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00600" y="17830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OAuth &amp; Permissions 클릭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Install to Workspace 클릭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260604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허용 클릭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0060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xoxb-... 토큰 복사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342900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안전한 곳에 저장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38404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→ 이것이 SLACK_BOT_TOKEN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4754880"/>
            <a:ext cx="402336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4754880"/>
            <a:ext cx="3749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xoxb-XXXXXXXXXXXX-XXXXXXXXXXXX-XXXXXXXXXXXXXXXXXXXXXXXX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서버에 봇 설치하기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 터미널에서 진행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폴더 생성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7335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~/claude-slack &amp;&amp; cd ~/claude-slack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파일 3개 배치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index.js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0" y="2377440"/>
            <a:ext cx="5943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봇 메인 코드 (매뉴얼과 함께 제공됨)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697480"/>
            <a:ext cx="5943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라이브러리 목록 (다음 슬라이드 참고)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3017520"/>
            <a:ext cx="5943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토큰 저장 파일 (다음 슬라이드 참고)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라이브러리 설치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86791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설치 완료 확인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645152"/>
            <a:ext cx="8046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added 217 packages, and audited 218 packages in 10s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0 vulnerabilities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7-1 — package.json &amp; .env 파일 생성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터미널에서 아래 명령어를 그대로 실행하세요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 생성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205740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73352"/>
            <a:ext cx="804672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&gt; package.json &lt;&lt; 'EOF'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"claude-slack-bridge",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"1.0.0",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"commonjs",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"scripts": { "start": "node index.js"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"dependencies":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"@anthropic-ai/sdk": "^0.80.0",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"@slack/bolt": "^3.19.0",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"dotenv": "^16.4.5"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EOF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파일 생성 (토큰 입력)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069080"/>
            <a:ext cx="822960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142232"/>
            <a:ext cx="80467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SLACK_BOT_TOKEN=xoxb-여기에붙여넣기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SLACK_APP_TOKEN=xapp-여기에붙여넣기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ANTHROPIC_API_KEY=sk-ant-여기에붙여넣기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파일에는 실제 토큰을 입력하세요. ANTHROPIC_API_KEY 는 console.anthropic.com → API Keys 에서 발급.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&amp; 9 — 봇 실행 + 채널 초대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가지 실행 방법 + Slack 채널에 봇 추가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A — 기본 실행 (테스트용)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9319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276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~/claude-slack &amp;&amp; npm start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3931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 시 아래처럼 출력됩니다: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3931920" cy="64008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04872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↔ Slack running!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Now connected to Slack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B — 자동 재시작 (권장)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554480"/>
            <a:ext cx="393192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627632"/>
            <a:ext cx="37490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봇 전용 tmux 세션 생성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new-session -s slack-bot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자동 재시작 루프로 실행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true; 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npm start --prefix ~/claude-slack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sleep 5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— Slack 채널에 봇 초대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749040"/>
            <a:ext cx="39319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82219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/invite @Claude Code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0" y="3749040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사용할 Slack 채널에서 실행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434840"/>
            <a:ext cx="8046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여기까지 완료하면 Slack 에서 /claude, /tmux-connect 등 명령어를 사용할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1 — /claude 명령어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직접 호출 — 파일 읽기/쓰기/git 작업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사용법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73352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&lt;작업 내용&gt;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96312"/>
            <a:ext cx="80467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/path/to/project 코드 리뷰해줘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/path/to/file.py 버그 수정하고 main 에 push 해줘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/path/to/repo README.md 업데이트하고 push 해줘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 후 스레드에서 이어서 작업 가능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3977640"/>
            <a:ext cx="1828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97764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완료 시 [New Task] [Exit Session] 버튼이 나타납니다.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4297680"/>
            <a:ext cx="1828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29768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스레드에 댓글 달면 같은 대화 맥락으로 이어서 작업 가능합니다.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4617720"/>
            <a:ext cx="1828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461772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경로를 명시하면 해당 파일/디렉토리를 자동으로 읽어 컨텍스트에 포함합니다.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2 — /tmux-connect 세션 연결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서버의 tmux pane에 연결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서버 터미널에서 세션 번호 확인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840480" cy="8229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2763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ls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출력 예시: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0: Claude Code    # 1: 봇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80560" y="1691640"/>
            <a:ext cx="4206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연결할 세션 번호를 기억하세요</a:t>
            </a:r>
            <a:endParaRPr lang="en-US" sz="1100" dirty="0"/>
          </a:p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(예: 0)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Slack 채널에서 연결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4048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9077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 0  또는  /tmux-connect 0:0.1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4206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선택적으로 session:window.pane 지정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 후 자동으로 처리되는 이벤트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58768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858768"/>
            <a:ext cx="2679192" cy="45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995928"/>
            <a:ext cx="240487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요청 자동 감지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4361688"/>
            <a:ext cx="2404872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가 승인 요청 시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버튼으로 옵션 표시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27832" y="3858768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7832" y="3858768"/>
            <a:ext cx="2679192" cy="45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3995928"/>
            <a:ext cx="240487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옵션 파싱 실패 경고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64992" y="4361688"/>
            <a:ext cx="2404872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옵션 파싱 실패 시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"Could not parse options"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경고와 함께 Yes/No 표시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98464" y="3858768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98464" y="3858768"/>
            <a:ext cx="2679192" cy="45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35624" y="3995928"/>
            <a:ext cx="240487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미응답 리마인더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35624" y="4361688"/>
            <a:ext cx="2404872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요청 미응답 5 분 경과 시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동일한 버튼 재전송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(터미널에서 직접 응답 시 중단)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3 — tmux 스레드 내 명령어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연결된 스레드 안에서 댓글로 제어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은 스레드 안에서 슬래시 명령어를 지원하지 않습니다. 아래 텍스트를 댓글로 입력하세요.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21945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74520"/>
            <a:ext cx="21945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스레드 댓글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1874520"/>
            <a:ext cx="40233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87452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75120" y="1874520"/>
            <a:ext cx="201168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874520"/>
            <a:ext cx="20116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331720"/>
            <a:ext cx="21945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33172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tmux-status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651760" y="2331720"/>
            <a:ext cx="4023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88920" y="233172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터미널 화면 캡처 → Slack 전송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75120" y="2331720"/>
            <a:ext cx="20116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233172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2926080"/>
            <a:ext cx="21945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92608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651760" y="2926080"/>
            <a:ext cx="40233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292608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Code의 /status 결과 캡처 (커맨드 이전의 tmux 최근 출력도 함께 포함됨)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75120" y="2926080"/>
            <a:ext cx="201168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12280" y="292608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520440"/>
            <a:ext cx="21945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52044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&lt;질문&gt;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651760" y="3520440"/>
            <a:ext cx="4023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88920" y="352044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에 stateless 질문 (터미널 맥락 미포함, 파일/셸 실행 없음)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675120" y="3520440"/>
            <a:ext cx="20116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12280" y="352044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recursion 이 뭐야?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7200" y="4114800"/>
            <a:ext cx="21945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411480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 외 텍스트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651760" y="4114800"/>
            <a:ext cx="40233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88920" y="411480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pane으로 그대로 전달 (거기서 돌아가는 것에 명령)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675120" y="4114800"/>
            <a:ext cx="201168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12280" y="411480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실험 결과 요약해줘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4 — 권한 요청 버튼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가 명령 실행 전 승인 요청 시 자동 알림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가 새 명령 실행 전 승인 요청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37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7373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봇이 터미널 출력에서 패턴 감지 (3 초마다)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94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1945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에 권한 요청 알림 + 버튼 전송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6517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버튼 클릭 시 해당 옵션 번호를 tmux 로 전송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1089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108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1089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분마다 미응답 시 리마인더 재전송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212080" y="1280160"/>
            <a:ext cx="34747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49240" y="137160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Claude is requesting permission: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349240" y="1691640"/>
            <a:ext cx="320040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1764792"/>
            <a:ext cx="3017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you want to proceed?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1. Yes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No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212080" y="2606040"/>
            <a:ext cx="3474720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12080" y="260604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212080" y="3063240"/>
            <a:ext cx="3474720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12080" y="306324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Yes, don't ask again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212080" y="3520440"/>
            <a:ext cx="3474720" cy="365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12080" y="352044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12080" y="3977640"/>
            <a:ext cx="3474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버튼 클릭 시 tmux 로 전달됩니다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457200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옵션 파싱 실패 시 버튼이 1. Yes / 2. No 로 나타납니다 ("Could not parse options" 경고가 같이 표시됨).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— 자주 발생하는 문제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문제가 생기면 여기를 확인하세요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SyntaxError: Unexpected token {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Node.js 버전이 낮음 (12 이하)    →    해결: node --version 확인 후 Node 18 로 업그레이드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93392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93392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039112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Cannot find module '@anthropic-ai/sdk'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313432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npm install 누락 또는 구버전 Node 로 설치됨    →    해결: rm -rf node_modules &amp;&amp; npm install 재실행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706624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52344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Unhandled event 'server explicit disconnect'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026664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Slack 서버와 연결이 끊김 (네트워크 불안정)    →    해결: 자동 재시작 루프 사용 (while true; do npm start; sleep 5; done)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419856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9856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465576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 후 tmux-status 화면이 비어있음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3739896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tmux 세션 번호가 잘못됨 또는 pane 지정 필요    →    해결: tmux list-panes -a 로 정확한 세션:윈도우.pane 확인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133088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133088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178808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권한 요청 알림이 안 옴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4453128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awaitingPermission 플래그가 이전 요청에서 true 로 남아있음    →    해결: /tmux-disconnect 후 /tmux-connect 재연결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체크리스트 — A to Z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순서대로 완료하면 사용 가능합니다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618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2344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554480" y="12344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18+ 설치 확인 (node --version)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819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55448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55448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로그인 확인 (claude 실행)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90195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187452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5448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api.slack.com/apps 에서 앱 생성 (From scratch)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22199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5448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 Mode 켜기 + SLACK_APP_TOKEN (xapp-) 발급 및 저장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54203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55448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Token Scopes 6개 추가 (chat:write 등)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8620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554480" y="28346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슬래시 명령어 5개 등록 (/claude, /tmux-connect 등)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1821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315468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55448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Subscriptions 4개 추가 (message.channels / .groups / .im / .mpim)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17720" y="12618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10328" y="12344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715000" y="12344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to Workspace + SLACK_BOT_TOKEN (xoxb-) 저장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17720" y="15819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0328" y="155448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71500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서버에 폴더 생성 후 index.js, package.json, .env 배치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17720" y="190195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10328" y="187452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71500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에 토큰 3개 입력 (BOT_TOKEN, APP_TOKEN, API_KEY)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17720" y="222199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10328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71500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실행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17720" y="254203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1032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71500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세션에서 자동 재시작 루프로 npm start 실행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617720" y="28620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10328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15000" y="28346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채널에서 /invite @Claude Code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 완료!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이제 Slack 에서 Claude Code 를 완전히 제어할 수 있습니다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설정 완료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6517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읽기 · 쓰기 · git push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26517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6517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세션 모니터링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5661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권한 요청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감지 + 원클릭 버튼 응답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35661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35661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리마인더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00600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분 미응답 시 자동 재전송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발생 시 슬라이드 17 (트러블슈팅) 참고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+ Slack 연동 매뉴얼</dc:title>
  <dc:subject>PptxGenJS Presentation</dc:subject>
  <dc:creator>PptxGenJS</dc:creator>
  <cp:lastModifiedBy>PptxGenJS</cp:lastModifiedBy>
  <cp:revision>1</cp:revision>
  <dcterms:created xsi:type="dcterms:W3CDTF">2026-04-24T06:23:02Z</dcterms:created>
  <dcterms:modified xsi:type="dcterms:W3CDTF">2026-04-24T06:23:02Z</dcterms:modified>
</cp:coreProperties>
</file>