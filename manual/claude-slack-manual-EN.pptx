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z8Oot4ii+3x92p1bLWgJCaMVC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2" name="Google Shape;31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8" name="Google Shape;46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0" y="274320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3A3A3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A3A3A3"/>
                </a:solidFill>
                <a:latin typeface="Calibri"/>
                <a:ea typeface="Calibri"/>
                <a:cs typeface="Calibri"/>
                <a:sym typeface="Calibri"/>
              </a:rPr>
              <a:t>Last update: 2026-04-24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1371600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5400"/>
              <a:buFont typeface="Calibri"/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214884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3200"/>
              <a:buFont typeface="Calibri"/>
              <a:buNone/>
            </a:pPr>
            <a:r>
              <a:rPr b="0" i="0" lang="en-US" sz="3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+ Slack Integration Manual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40080" y="2880360"/>
            <a:ext cx="4114800" cy="0"/>
          </a:xfrm>
          <a:prstGeom prst="straightConnector1">
            <a:avLst/>
          </a:prstGeom>
          <a:noFill/>
          <a:ln cap="flat" cmpd="sng" w="1905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1"/>
          <p:cNvSpPr/>
          <p:nvPr/>
        </p:nvSpPr>
        <p:spPr>
          <a:xfrm>
            <a:off x="640080" y="3017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Step-by-step guide from start to finish (Revised)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4008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App Setup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219456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Bot Server Install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374904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tmux Integration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5303520" y="4480560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Permissions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Overall Architecture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How the pieces fit together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" name="Google Shape;38;p2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2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457200" y="14630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(user)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749040" y="14630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Node.js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Bot Server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040880" y="105156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Anthropic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040880" y="19202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tmux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Google Shape;47;p2"/>
          <p:cNvCxnSpPr/>
          <p:nvPr/>
        </p:nvCxnSpPr>
        <p:spPr>
          <a:xfrm>
            <a:off x="2103120" y="1874520"/>
            <a:ext cx="1645920" cy="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" name="Google Shape;48;p2"/>
          <p:cNvCxnSpPr/>
          <p:nvPr/>
        </p:nvCxnSpPr>
        <p:spPr>
          <a:xfrm>
            <a:off x="5395080" y="1565096"/>
            <a:ext cx="1645800" cy="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9" name="Google Shape;49;p2"/>
          <p:cNvCxnSpPr/>
          <p:nvPr/>
        </p:nvCxnSpPr>
        <p:spPr>
          <a:xfrm>
            <a:off x="5403351" y="2103120"/>
            <a:ext cx="1628100" cy="3000"/>
          </a:xfrm>
          <a:prstGeom prst="straightConnector1">
            <a:avLst/>
          </a:prstGeom>
          <a:noFill/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2"/>
          <p:cNvSpPr/>
          <p:nvPr/>
        </p:nvSpPr>
        <p:spPr>
          <a:xfrm>
            <a:off x="2103120" y="1572768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440680" y="1351736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/claude → direct API call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440680" y="2158772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/tmux-connect → attach session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594360" y="320040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/claude mode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594360" y="3566160"/>
            <a:ext cx="3749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Direct Anthropic API call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Bot executes returned instructions: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file read/write, git, shell commands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Best for quick agentic one-off tasks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4572000" y="3063240"/>
            <a:ext cx="4114800" cy="1828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4709160" y="32004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/tmux-connect mode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4709160" y="356616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Attach to any tmux pane on the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Auto-detect Claude Code permission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prompts + Slack button reply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Best for monitoring long-running 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0 — Prerequisites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Check all of these before starting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p3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p3"/>
          <p:cNvSpPr/>
          <p:nvPr/>
        </p:nvSpPr>
        <p:spPr>
          <a:xfrm>
            <a:off x="45720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64008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64008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5156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Linux server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Ubuntu or similar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(Windows WSL works too)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324612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42900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342900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84048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Node.js 18+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42900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Verify with node --version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missing, see next slide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035040" y="13258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6217920" y="1508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6217920" y="1508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629400" y="15270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217920" y="20116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Installed and logged 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Confirm by running claude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5720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64008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64008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105156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Anthropic API key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64008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console.anthropic.com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API Keys → Create Key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324612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342900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342900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84048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workspace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42900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Admin privileges required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(for app installation)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6035040" y="3154680"/>
            <a:ext cx="2697480" cy="1691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6217920" y="3337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6217920" y="3337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6629400" y="3355848"/>
            <a:ext cx="1965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Three bot files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6217920" y="3840480"/>
            <a:ext cx="2331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index.js / package.json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.env (for secrets)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0-1 — Install Node.js 18 (if needed)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Skip this slide if node --version is already v18+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4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" name="Google Shape;107;p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1.  Check current version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node --version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2.  If missing or too old, run: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457200" y="2377440"/>
            <a:ext cx="8229600" cy="14173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548640" y="2450592"/>
            <a:ext cx="8046720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Download and install Node.js 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curl -fsSL https://nodejs.org/dist/v18.20.4/node-v18.20.4-linux-x64.tar.xz -o node18.tar.xz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tar -xf node18.tar.xz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export PATH=$PWD/node-v18.20.4-linux-x64/bin:$PATH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Make it permanent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echo 'export PATH=/actual/path/node-v18.20.4-linux-x64/bin:$PATH' &gt;&gt; ~/.bashrc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source ~/.bashrc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3.  Verify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548640" y="432511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node --version   # should print v18.20.4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594360" y="470916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export PATH only applies to the current terminal. Append to ~/.bashrc so it persists across sessions.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1 — Create the Slack App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Done at api.slack.com/apps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5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5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05840" y="128016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Go to api.slack.com/apps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548640" y="1673352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"/>
          <p:cNvSpPr/>
          <p:nvPr/>
        </p:nvSpPr>
        <p:spPr>
          <a:xfrm>
            <a:off x="548640" y="167335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05840" y="16733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Click Create New 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548640" y="2066544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548640" y="206654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005840" y="20665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Select From scratch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548640" y="2459736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548640" y="245973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005840" y="24597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Enter App Name (e.g., Claude Code)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1005840" y="28529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Choose your workspace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48640" y="324612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548640" y="32461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05840" y="32461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Click Create 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440680" y="14173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5440680" y="1783080"/>
            <a:ext cx="31089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App name can be renamed later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Workspace admin access required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Once created, an app cannot be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reused in another workspace 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choose carefully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• Free Slack plans work fine too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2 — Enable Socket Mode &amp; Generate App Token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Lets the bot connect without a public URL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6" name="Google Shape;156;p6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" name="Google Shape;157;p6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100584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Left sidebar → Socket Mode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548640" y="1719072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548640" y="171907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005840" y="1719072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Toggle Enable Socket Mode → 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548640" y="2157984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548640" y="21579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1005840" y="2157984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Enter Token Name (any name works)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548640" y="2596896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548640" y="25968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1005840" y="259689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Click Generate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48640" y="3035808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548640" y="303580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1005840" y="30358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Copy the xapp-... token → store safely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005840" y="3273552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This is your SLACK_APP_TOKEN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5303520" y="1280160"/>
            <a:ext cx="3383280" cy="146304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"/>
          <p:cNvSpPr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Example token format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5440680" y="1691640"/>
            <a:ext cx="3108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xapp-1-ABCDEFGH12345-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XXXXXXXXXXXXXXXXXXXX-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YYYYYYYYYYYYYYYYYYYY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5303520" y="2926080"/>
            <a:ext cx="3383280" cy="173736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5440680" y="30175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Important!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5440680" y="3337560"/>
            <a:ext cx="31089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This token is shown only once.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Copy it now and save somewhere safe.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You cannot view it again after closing the dialog.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3 — Add Bot Token Scopes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Configured under OAuth &amp; Permissions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" name="Google Shape;187;p7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7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594360" y="128016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Left sidebar → OAuth &amp; Permissions → Scopes → Bot Token Scopes → Add an OAuth Scope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Scopes to add (6 total):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457200" y="233172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chat:write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4663440" y="233172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commands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457200" y="283464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channels:history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4663440" y="283464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groups:history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7"/>
          <p:cNvSpPr/>
          <p:nvPr/>
        </p:nvSpPr>
        <p:spPr>
          <a:xfrm>
            <a:off x="457200" y="333756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im:history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4663440" y="3337560"/>
            <a:ext cx="4023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mpim:history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594360" y="420624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After adding scopes, click [Install to Workspace] or [Reinstall to Workspace] to apply them.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4 — Register Slash Commands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Slash Commands → Create New Command (repeat for each)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8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8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594360" y="12801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Left sidebar → Slash Commands → Create New Command    |    Request URL: https://example.com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57200" y="192024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383280" y="19202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Short Description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457200" y="23774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594360" y="23774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3383280" y="23774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3520440" y="2377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Direct API call — Claude executes file/shell/git tasks (agentic)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2834640"/>
            <a:ext cx="292608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594360" y="28346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3383280" y="2834640"/>
            <a:ext cx="530352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3520440" y="28346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Attach to a tmux session (optionally session:window.pane)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457200" y="32918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594360" y="32918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/tmux-disconnect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3383280" y="32918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8"/>
          <p:cNvSpPr/>
          <p:nvPr/>
        </p:nvSpPr>
        <p:spPr>
          <a:xfrm>
            <a:off x="3520440" y="3291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Stop monitoring (tmux session itself keeps running)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57200" y="3749040"/>
            <a:ext cx="292608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594360" y="37490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3383280" y="3749040"/>
            <a:ext cx="5303520" cy="45720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3520440" y="37490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Send keystrokes to the attached tmux pane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457200" y="4206240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594360" y="4206240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/tmux-status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3383280" y="4206240"/>
            <a:ext cx="5303520" cy="457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8"/>
          <p:cNvSpPr/>
          <p:nvPr/>
        </p:nvSpPr>
        <p:spPr>
          <a:xfrm>
            <a:off x="3520440" y="4206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Capture current tmux screen and post to Slack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5 &amp; 6 — Event Subscriptions + Generate Bot Token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Required for the bot to see thread replies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8" name="Google Shape;248;p9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9" name="Google Shape;249;p9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594360" y="1417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5 — Event Subscriptions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594360" y="17830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1.  Click Event Subscriptions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594360" y="21945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2.  Toggle Enable Events → 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59436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3.  Request URL: https://example.com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594360" y="3017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4.  Subscribe to bot events →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 Add Bot User Event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594360" y="342900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5.  Add 4 events (shown below)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594360" y="38404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6.  Click Save Changes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457200" y="4754880"/>
            <a:ext cx="4023360" cy="36576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594360" y="475488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message.channels   message.groups   message.im   message.mpim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4800600" y="1417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6 — Generate Bot Token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4800600" y="17830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1.  Click OAuth &amp; Permissions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4800600" y="21945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2.  Click Install to Workspace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4800600" y="260604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3.  Click Allow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800600" y="30175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4.  Copy the xoxb-... token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4800600" y="342900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5.  Store somewhere safe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800600" y="384048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6.  → This is your SLACK_BOT_TOKEN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4663440" y="4754880"/>
            <a:ext cx="4023360" cy="365760"/>
          </a:xfrm>
          <a:prstGeom prst="rect">
            <a:avLst/>
          </a:prstGeom>
          <a:solidFill>
            <a:srgbClr val="F5F5F5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4800600" y="4754880"/>
            <a:ext cx="3749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xoxb-XXXXXXXXXXXX-XXXXXXXXXXXX-XXXXXXXXXXXXXXXXXXXXXXXX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7 — Install the Bot on Your Server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Run these on the server terminal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7" name="Google Shape;277;p10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8" name="Google Shape;278;p10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1.  Create the folder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548640" y="167335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mkdir ~/claude-slack &amp;&amp; cd ~/claude-slack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2.  Place three files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640080" y="23774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index.js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2560320" y="237744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main bot code (provided with this manual)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package.json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2560320" y="269748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dependency list (see next slide)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640080" y="3017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.env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2560320" y="301752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— token storage (see next slide)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3.  Install dependencies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548640" y="3867912"/>
            <a:ext cx="8046720" cy="173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npm install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4.  Confirm installation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548640" y="4645152"/>
            <a:ext cx="8046720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added 217 packages, and audited 218 packages in 10s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found 0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7-1 — Create package.json &amp; .env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Run the commands below as-is in your terminal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11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p11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package.json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1"/>
          <p:cNvSpPr/>
          <p:nvPr/>
        </p:nvSpPr>
        <p:spPr>
          <a:xfrm>
            <a:off x="457200" y="1600200"/>
            <a:ext cx="8229600" cy="20574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548640" y="1673352"/>
            <a:ext cx="8046720" cy="1911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cat &gt; package.json &lt;&lt; 'EOF'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"name": "claude-slack-bridge",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"version": "1.0.0",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"type": "commonjs",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"scripts": { "start": "node index.js" },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"dependencies": {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"@anthropic-ai/sdk": "^0.80.0",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"@slack/bolt": "^3.19.0",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  "dotenv": "^16.4.5"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EOF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.env (fill in your tokens)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457200" y="4069080"/>
            <a:ext cx="8229600" cy="6858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548640" y="4142232"/>
            <a:ext cx="8046720" cy="539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SLACK_BOT_TOKEN=xoxb-paste-here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SLACK_APP_TOKEN=xapp-paste-here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ANTHROPIC_API_KEY=sk-ant-paste-here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Paste your real tokens into .env. Get ANTHROPIC_API_KEY from console.anthropic.com → API Keys.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8 &amp; 9 — Run the Bot + Invite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Two run options + add the bot to a Slack channel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8" name="Google Shape;318;p12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12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Option A — Basic run (for testing)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457200" y="1554480"/>
            <a:ext cx="393192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548640" y="1627632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cd ~/claude-slack &amp;&amp; npm start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457200" y="20116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On success you'll see: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457200" y="2331720"/>
            <a:ext cx="3931920" cy="64008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548640" y="2404872"/>
            <a:ext cx="37490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Claude ↔ Slack running!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[INFO] Now connected to Slack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Option B — Auto-restart (recommended)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4754880" y="1554480"/>
            <a:ext cx="3931920" cy="141732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2"/>
          <p:cNvSpPr/>
          <p:nvPr/>
        </p:nvSpPr>
        <p:spPr>
          <a:xfrm>
            <a:off x="4846320" y="1627632"/>
            <a:ext cx="3749040" cy="1271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Create a dedicated tmux session for the bot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 new-session -s slack-bot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Run with auto-restart loop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while true; 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npm start --prefix ~/claude-slack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sleep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12"/>
          <p:cNvCxnSpPr/>
          <p:nvPr/>
        </p:nvCxnSpPr>
        <p:spPr>
          <a:xfrm>
            <a:off x="457200" y="32004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9" name="Google Shape;329;p12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9 — Invite the Bot to a Slack Channel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457200" y="3749040"/>
            <a:ext cx="393192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2"/>
          <p:cNvSpPr/>
          <p:nvPr/>
        </p:nvSpPr>
        <p:spPr>
          <a:xfrm>
            <a:off x="548640" y="3822192"/>
            <a:ext cx="3749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/invite @Claude Code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4572000" y="374904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Run this inside the Slack channel you want to use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2"/>
          <p:cNvSpPr/>
          <p:nvPr/>
        </p:nvSpPr>
        <p:spPr>
          <a:xfrm>
            <a:off x="594360" y="443484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✓  Once this is done, you can use /claude, /tmux-connect, and the other commands from Slack.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Feature 1 — The /claude Command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Direct Anthropic API call — file read/write/git tasks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3" name="Google Shape;343;p13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" name="Google Shape;344;p1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Usage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548640" y="167335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&lt;task description&gt;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Examples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548640" y="2496312"/>
            <a:ext cx="8046720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/path/to/project review the code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/path/to/file.py fix the bug and push to main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 /path/to/repo update README.md and push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3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Continue in a thread after completion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594360" y="397764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822960" y="39776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When the task finishes, [New Task] and [Exit Session] buttons appear.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594360" y="42976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3"/>
          <p:cNvSpPr/>
          <p:nvPr/>
        </p:nvSpPr>
        <p:spPr>
          <a:xfrm>
            <a:off x="822960" y="429768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Reply in the thread to continue the same conversation with full context.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594360" y="461772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822960" y="46177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you include a path, the file/directory is read automatically and added to context.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4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Feature 2 — /tmux-connect Session Attachment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Attach Slack to any tmux pane on the server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5" name="Google Shape;365;p14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1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1 — Find the session number on the server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457200" y="1554480"/>
            <a:ext cx="3840480" cy="8229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4"/>
          <p:cNvSpPr/>
          <p:nvPr/>
        </p:nvSpPr>
        <p:spPr>
          <a:xfrm>
            <a:off x="548640" y="1627632"/>
            <a:ext cx="36576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 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Example output: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# 0: Claude Code    # 1: bot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4480560" y="1691640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Remember the session index you want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to attach to (e.g., 0)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4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Step 2 — Attach from a Slack channel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457200" y="2834640"/>
            <a:ext cx="3840480" cy="36576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4"/>
          <p:cNvSpPr/>
          <p:nvPr/>
        </p:nvSpPr>
        <p:spPr>
          <a:xfrm>
            <a:off x="548640" y="290779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 0  OR  /tmux-connect 0:0.1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4480560" y="283464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Optionally specify session:window.pane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4" name="Google Shape;374;p14"/>
          <p:cNvCxnSpPr/>
          <p:nvPr/>
        </p:nvCxnSpPr>
        <p:spPr>
          <a:xfrm>
            <a:off x="457200" y="34290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5" name="Google Shape;375;p14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What runs automatically after attaching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457200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4"/>
          <p:cNvSpPr/>
          <p:nvPr/>
        </p:nvSpPr>
        <p:spPr>
          <a:xfrm>
            <a:off x="457200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594360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Auto-detect permission requests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594360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When Claude Code asks for approval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buttons are posted in Slack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3227832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4"/>
          <p:cNvSpPr/>
          <p:nvPr/>
        </p:nvSpPr>
        <p:spPr>
          <a:xfrm>
            <a:off x="3227832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3364992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Option parsing fallback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3364992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options can't be parsed reliably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default Yes/No buttons with 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"Could not parse options" warning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/>
          <p:nvPr/>
        </p:nvSpPr>
        <p:spPr>
          <a:xfrm>
            <a:off x="5998464" y="3858768"/>
            <a:ext cx="2679192" cy="1234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4"/>
          <p:cNvSpPr/>
          <p:nvPr/>
        </p:nvSpPr>
        <p:spPr>
          <a:xfrm>
            <a:off x="5998464" y="3858768"/>
            <a:ext cx="2679192" cy="457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4"/>
          <p:cNvSpPr/>
          <p:nvPr/>
        </p:nvSpPr>
        <p:spPr>
          <a:xfrm>
            <a:off x="6135624" y="3995928"/>
            <a:ext cx="240487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Unanswered reminders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/>
          <p:nvPr/>
        </p:nvSpPr>
        <p:spPr>
          <a:xfrm>
            <a:off x="6135624" y="4361688"/>
            <a:ext cx="2404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a permission stays unanswered &gt;5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→ the same buttons are resent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   (auto-stops if you reply in the terminal)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5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5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Feature 3 — In-thread tmux Commands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5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Control the session by replying inside the thread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6" name="Google Shape;396;p15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5"/>
          <p:cNvSpPr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594360" y="1280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Slack doesn't allow slash commands inside threads. Type the text below as a thread reply instead.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5"/>
          <p:cNvSpPr/>
          <p:nvPr/>
        </p:nvSpPr>
        <p:spPr>
          <a:xfrm>
            <a:off x="457200" y="1874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Thread reply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2651760" y="18745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5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5"/>
          <p:cNvSpPr/>
          <p:nvPr/>
        </p:nvSpPr>
        <p:spPr>
          <a:xfrm>
            <a:off x="6675120" y="18745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Example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/>
          <p:nvPr/>
        </p:nvSpPr>
        <p:spPr>
          <a:xfrm>
            <a:off x="457200" y="2331720"/>
            <a:ext cx="21945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5"/>
          <p:cNvSpPr/>
          <p:nvPr/>
        </p:nvSpPr>
        <p:spPr>
          <a:xfrm>
            <a:off x="594360" y="233172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tmux-status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2651760" y="2331720"/>
            <a:ext cx="40233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5"/>
          <p:cNvSpPr/>
          <p:nvPr/>
        </p:nvSpPr>
        <p:spPr>
          <a:xfrm>
            <a:off x="2788920" y="233172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Capture current terminal screen → post to Slack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5"/>
          <p:cNvSpPr/>
          <p:nvPr/>
        </p:nvSpPr>
        <p:spPr>
          <a:xfrm>
            <a:off x="6675120" y="2331720"/>
            <a:ext cx="201168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6812280" y="233172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457200" y="2926080"/>
            <a:ext cx="21945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5"/>
          <p:cNvSpPr/>
          <p:nvPr/>
        </p:nvSpPr>
        <p:spPr>
          <a:xfrm>
            <a:off x="594360" y="292608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status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2651760" y="2926080"/>
            <a:ext cx="40233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5"/>
          <p:cNvSpPr/>
          <p:nvPr/>
        </p:nvSpPr>
        <p:spPr>
          <a:xfrm>
            <a:off x="2788920" y="292608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Capture Claude Code's /status output (also includes recent tmux output preceding the command)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6675120" y="2926080"/>
            <a:ext cx="201168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6812280" y="292608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457200" y="3520440"/>
            <a:ext cx="21945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5"/>
          <p:cNvSpPr/>
          <p:nvPr/>
        </p:nvSpPr>
        <p:spPr>
          <a:xfrm>
            <a:off x="594360" y="352044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? &lt;question&gt;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2651760" y="3520440"/>
            <a:ext cx="402336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5"/>
          <p:cNvSpPr/>
          <p:nvPr/>
        </p:nvSpPr>
        <p:spPr>
          <a:xfrm>
            <a:off x="2788920" y="352044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Stateless Anthropic API query (no terminal context, no file/shell execution)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6675120" y="3520440"/>
            <a:ext cx="2011680" cy="594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5"/>
          <p:cNvSpPr/>
          <p:nvPr/>
        </p:nvSpPr>
        <p:spPr>
          <a:xfrm>
            <a:off x="6812280" y="352044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onsolas"/>
              <a:buNone/>
            </a:pPr>
            <a:r>
              <a:rPr b="0" i="1" lang="en-US" sz="950" u="none" cap="none" strike="noStrike">
                <a:solidFill>
                  <a:srgbClr val="525252"/>
                </a:solidFill>
                <a:latin typeface="Consolas"/>
                <a:ea typeface="Consolas"/>
                <a:cs typeface="Consolas"/>
                <a:sym typeface="Consolas"/>
              </a:rPr>
              <a:t>? what is recursion?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457200" y="4114800"/>
            <a:ext cx="21945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5"/>
          <p:cNvSpPr/>
          <p:nvPr/>
        </p:nvSpPr>
        <p:spPr>
          <a:xfrm>
            <a:off x="594360" y="4114800"/>
            <a:ext cx="19202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onsolas"/>
              <a:buNone/>
            </a:pPr>
            <a:r>
              <a:rPr b="1" i="0" lang="en-US" sz="115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other text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2651760" y="4114800"/>
            <a:ext cx="402336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5"/>
          <p:cNvSpPr/>
          <p:nvPr/>
        </p:nvSpPr>
        <p:spPr>
          <a:xfrm>
            <a:off x="2788920" y="411480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Forwarded as-is into the tmux session (command for whatever is running there)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5"/>
          <p:cNvSpPr/>
          <p:nvPr/>
        </p:nvSpPr>
        <p:spPr>
          <a:xfrm>
            <a:off x="6675120" y="4114800"/>
            <a:ext cx="2011680" cy="594360"/>
          </a:xfrm>
          <a:prstGeom prst="rect">
            <a:avLst/>
          </a:prstGeom>
          <a:solidFill>
            <a:srgbClr val="FAFAFA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5"/>
          <p:cNvSpPr/>
          <p:nvPr/>
        </p:nvSpPr>
        <p:spPr>
          <a:xfrm>
            <a:off x="6812280" y="4114800"/>
            <a:ext cx="1737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onsolas"/>
              <a:buNone/>
            </a:pPr>
            <a:r>
              <a:rPr b="0" i="1" lang="en-US" sz="950" u="none" cap="none" strike="noStrike">
                <a:solidFill>
                  <a:srgbClr val="525252"/>
                </a:solidFill>
                <a:latin typeface="Consolas"/>
                <a:ea typeface="Consolas"/>
                <a:cs typeface="Consolas"/>
                <a:sym typeface="Consolas"/>
              </a:rPr>
              <a:t>summarize the experiment results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Feature 4 — Permission Request Buttons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Auto-notify in Slack when Claude Code asks for approval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7" name="Google Shape;437;p16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8" name="Google Shape;438;p16"/>
          <p:cNvSpPr/>
          <p:nvPr/>
        </p:nvSpPr>
        <p:spPr>
          <a:xfrm>
            <a:off x="548640" y="12801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6"/>
          <p:cNvSpPr/>
          <p:nvPr/>
        </p:nvSpPr>
        <p:spPr>
          <a:xfrm>
            <a:off x="548640" y="12801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6"/>
          <p:cNvSpPr/>
          <p:nvPr/>
        </p:nvSpPr>
        <p:spPr>
          <a:xfrm>
            <a:off x="1005840" y="12801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Claude Code asks for approval before running a new command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1005840" y="17373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Bot detects the prompt pattern in terminal output (every 3s)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6"/>
          <p:cNvSpPr/>
          <p:nvPr/>
        </p:nvSpPr>
        <p:spPr>
          <a:xfrm>
            <a:off x="1005840" y="21945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Permission alert + buttons posted to Slack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6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1005840" y="26517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On click, the chosen option number is sent to tmux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548640" y="3108960"/>
            <a:ext cx="320040" cy="320040"/>
          </a:xfrm>
          <a:prstGeom prst="ellipse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6"/>
          <p:cNvSpPr/>
          <p:nvPr/>
        </p:nvSpPr>
        <p:spPr>
          <a:xfrm>
            <a:off x="548640" y="31089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/>
          <p:nvPr/>
        </p:nvSpPr>
        <p:spPr>
          <a:xfrm>
            <a:off x="1005840" y="31089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If unanswered, a reminder is resent every 5 minutes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5212080" y="1280160"/>
            <a:ext cx="3474720" cy="1188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6"/>
          <p:cNvSpPr/>
          <p:nvPr/>
        </p:nvSpPr>
        <p:spPr>
          <a:xfrm>
            <a:off x="5349240" y="13716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Claude is requesting permission: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6"/>
          <p:cNvSpPr/>
          <p:nvPr/>
        </p:nvSpPr>
        <p:spPr>
          <a:xfrm>
            <a:off x="5349240" y="1691640"/>
            <a:ext cx="3200400" cy="6858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6"/>
          <p:cNvSpPr/>
          <p:nvPr/>
        </p:nvSpPr>
        <p:spPr>
          <a:xfrm>
            <a:off x="5440680" y="1764792"/>
            <a:ext cx="3017520" cy="539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Do you want to proceed?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&gt; 1. Yes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  2. No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6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6"/>
          <p:cNvSpPr/>
          <p:nvPr/>
        </p:nvSpPr>
        <p:spPr>
          <a:xfrm>
            <a:off x="5212080" y="26060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Yes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solidFill>
            <a:srgbClr val="1A1A1A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6"/>
          <p:cNvSpPr/>
          <p:nvPr/>
        </p:nvSpPr>
        <p:spPr>
          <a:xfrm>
            <a:off x="5212080" y="30632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Yes, don't ask again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6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6"/>
          <p:cNvSpPr/>
          <p:nvPr/>
        </p:nvSpPr>
        <p:spPr>
          <a:xfrm>
            <a:off x="5212080" y="35204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6"/>
          <p:cNvSpPr/>
          <p:nvPr/>
        </p:nvSpPr>
        <p:spPr>
          <a:xfrm>
            <a:off x="5212080" y="397764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← A click is forwarded to tmux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6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FFF5F5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6"/>
          <p:cNvSpPr/>
          <p:nvPr/>
        </p:nvSpPr>
        <p:spPr>
          <a:xfrm>
            <a:off x="594360" y="4572000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⚠  If option parsing fails, the buttons fall back to 1. Yes / 2. No (with a "Could not parse options" warning).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7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Troubleshooting — Common Issues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something breaks, start here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4" name="Google Shape;474;p17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" name="Google Shape;475;p17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457200" y="1280160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7"/>
          <p:cNvSpPr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SyntaxError: Unexpected token {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640080" y="160020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Cause: Node.js version too old (12 or lower)    →    Fix: Check node --version, upgrade to Node 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/>
          <p:nvPr/>
        </p:nvSpPr>
        <p:spPr>
          <a:xfrm>
            <a:off x="457200" y="1993392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457200" y="1993392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7"/>
          <p:cNvSpPr/>
          <p:nvPr/>
        </p:nvSpPr>
        <p:spPr>
          <a:xfrm>
            <a:off x="640080" y="2039112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Cannot find module '@anthropic-ai/sdk'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640080" y="231343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Cause: npm install skipped, or installed with old Node    →    Fix: rm -rf node_modules &amp;&amp; npm install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457200" y="2706624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7"/>
          <p:cNvSpPr/>
          <p:nvPr/>
        </p:nvSpPr>
        <p:spPr>
          <a:xfrm>
            <a:off x="457200" y="2706624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7"/>
          <p:cNvSpPr/>
          <p:nvPr/>
        </p:nvSpPr>
        <p:spPr>
          <a:xfrm>
            <a:off x="640080" y="2752344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Unhandled event 'server explicit disconnect'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7"/>
          <p:cNvSpPr/>
          <p:nvPr/>
        </p:nvSpPr>
        <p:spPr>
          <a:xfrm>
            <a:off x="640080" y="3026664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Cause: Slack server connection dropped (unstable network)    →    Fix: Use auto-restart loop (while true; do npm start; sleep 5; done)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457200" y="3419856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7"/>
          <p:cNvSpPr/>
          <p:nvPr/>
        </p:nvSpPr>
        <p:spPr>
          <a:xfrm>
            <a:off x="457200" y="3419856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7"/>
          <p:cNvSpPr/>
          <p:nvPr/>
        </p:nvSpPr>
        <p:spPr>
          <a:xfrm>
            <a:off x="640080" y="3465576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tmux-status shows an empty screen after /tmux-connect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640080" y="3739896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Cause: Wrong tmux session index or pane needs specifying    →    Fix: Run tmux list-panes -a to find the correct session:window.pane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7"/>
          <p:cNvSpPr/>
          <p:nvPr/>
        </p:nvSpPr>
        <p:spPr>
          <a:xfrm>
            <a:off x="457200" y="4133088"/>
            <a:ext cx="8229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7"/>
          <p:cNvSpPr/>
          <p:nvPr/>
        </p:nvSpPr>
        <p:spPr>
          <a:xfrm>
            <a:off x="457200" y="4133088"/>
            <a:ext cx="45720" cy="64008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7"/>
          <p:cNvSpPr/>
          <p:nvPr/>
        </p:nvSpPr>
        <p:spPr>
          <a:xfrm>
            <a:off x="640080" y="4178808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Permission alerts never arrive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7"/>
          <p:cNvSpPr/>
          <p:nvPr/>
        </p:nvSpPr>
        <p:spPr>
          <a:xfrm>
            <a:off x="640080" y="4453128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Cause: awaitingPermission flag stuck at true from a prior request    →    Fix: Run /tmux-disconnect then /tmux-connect to reset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8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Full Checklist — A to Z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Complete each item in order to finish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3" name="Google Shape;503;p18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4" name="Google Shape;504;p18"/>
          <p:cNvSpPr/>
          <p:nvPr/>
        </p:nvSpPr>
        <p:spPr>
          <a:xfrm>
            <a:off x="457200" y="12618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8"/>
          <p:cNvSpPr/>
          <p:nvPr/>
        </p:nvSpPr>
        <p:spPr>
          <a:xfrm>
            <a:off x="749808" y="12344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8"/>
          <p:cNvSpPr/>
          <p:nvPr/>
        </p:nvSpPr>
        <p:spPr>
          <a:xfrm>
            <a:off x="1554480" y="12344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Verify Node.js 18+ is installed (node --version)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8"/>
          <p:cNvSpPr/>
          <p:nvPr/>
        </p:nvSpPr>
        <p:spPr>
          <a:xfrm>
            <a:off x="457200" y="15819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8"/>
          <p:cNvSpPr/>
          <p:nvPr/>
        </p:nvSpPr>
        <p:spPr>
          <a:xfrm>
            <a:off x="749808" y="15544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8"/>
          <p:cNvSpPr/>
          <p:nvPr/>
        </p:nvSpPr>
        <p:spPr>
          <a:xfrm>
            <a:off x="1554480" y="15544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Verify Claude Code is logged in (run claude)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8"/>
          <p:cNvSpPr/>
          <p:nvPr/>
        </p:nvSpPr>
        <p:spPr>
          <a:xfrm>
            <a:off x="457200" y="190195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8"/>
          <p:cNvSpPr/>
          <p:nvPr/>
        </p:nvSpPr>
        <p:spPr>
          <a:xfrm>
            <a:off x="749808" y="187452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/>
          <p:nvPr/>
        </p:nvSpPr>
        <p:spPr>
          <a:xfrm>
            <a:off x="1554480" y="18745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a Slack app at api.slack.com/apps (From scratch)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8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8"/>
          <p:cNvSpPr/>
          <p:nvPr/>
        </p:nvSpPr>
        <p:spPr>
          <a:xfrm>
            <a:off x="749808" y="21945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8"/>
          <p:cNvSpPr/>
          <p:nvPr/>
        </p:nvSpPr>
        <p:spPr>
          <a:xfrm>
            <a:off x="1554480" y="21945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Enable Socket Mode + generate and save SLACK_APP_TOKEN (xapp-)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8"/>
          <p:cNvSpPr/>
          <p:nvPr/>
        </p:nvSpPr>
        <p:spPr>
          <a:xfrm>
            <a:off x="457200" y="254203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8"/>
          <p:cNvSpPr/>
          <p:nvPr/>
        </p:nvSpPr>
        <p:spPr>
          <a:xfrm>
            <a:off x="749808" y="251460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8"/>
          <p:cNvSpPr/>
          <p:nvPr/>
        </p:nvSpPr>
        <p:spPr>
          <a:xfrm>
            <a:off x="1554480" y="2514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Add 6 Bot Token Scopes (chat:write, etc.)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8"/>
          <p:cNvSpPr/>
          <p:nvPr/>
        </p:nvSpPr>
        <p:spPr>
          <a:xfrm>
            <a:off x="457200" y="28620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8"/>
          <p:cNvSpPr/>
          <p:nvPr/>
        </p:nvSpPr>
        <p:spPr>
          <a:xfrm>
            <a:off x="749808" y="28346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1554480" y="28346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Register 5 slash commands (/claude, /tmux-connect, ...)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8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8"/>
          <p:cNvSpPr/>
          <p:nvPr/>
        </p:nvSpPr>
        <p:spPr>
          <a:xfrm>
            <a:off x="749808" y="31546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8"/>
          <p:cNvSpPr/>
          <p:nvPr/>
        </p:nvSpPr>
        <p:spPr>
          <a:xfrm>
            <a:off x="1554480" y="31546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Add 4 Event Subscriptions (message.channels / .groups / .im / .mpim)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8"/>
          <p:cNvSpPr/>
          <p:nvPr/>
        </p:nvSpPr>
        <p:spPr>
          <a:xfrm>
            <a:off x="4617720" y="12618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8"/>
          <p:cNvSpPr/>
          <p:nvPr/>
        </p:nvSpPr>
        <p:spPr>
          <a:xfrm>
            <a:off x="4910328" y="12344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8"/>
          <p:cNvSpPr/>
          <p:nvPr/>
        </p:nvSpPr>
        <p:spPr>
          <a:xfrm>
            <a:off x="5715000" y="12344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Install to Workspace + save SLACK_BOT_TOKEN (xoxb-)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8"/>
          <p:cNvSpPr/>
          <p:nvPr/>
        </p:nvSpPr>
        <p:spPr>
          <a:xfrm>
            <a:off x="4617720" y="158191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8"/>
          <p:cNvSpPr/>
          <p:nvPr/>
        </p:nvSpPr>
        <p:spPr>
          <a:xfrm>
            <a:off x="4910328" y="155448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8"/>
          <p:cNvSpPr/>
          <p:nvPr/>
        </p:nvSpPr>
        <p:spPr>
          <a:xfrm>
            <a:off x="5715000" y="155448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Create folder on server with index.js, package.json, .env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4617720" y="190195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8"/>
          <p:cNvSpPr/>
          <p:nvPr/>
        </p:nvSpPr>
        <p:spPr>
          <a:xfrm>
            <a:off x="4910328" y="187452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/>
          <p:cNvSpPr/>
          <p:nvPr/>
        </p:nvSpPr>
        <p:spPr>
          <a:xfrm>
            <a:off x="5715000" y="187452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Fill all 3 tokens into .env (BOT_TOKEN, APP_TOKEN, API_KEY)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/>
          <p:nvPr/>
        </p:nvSpPr>
        <p:spPr>
          <a:xfrm>
            <a:off x="4617720" y="222199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8"/>
          <p:cNvSpPr/>
          <p:nvPr/>
        </p:nvSpPr>
        <p:spPr>
          <a:xfrm>
            <a:off x="4910328" y="21945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/>
          <p:cNvSpPr/>
          <p:nvPr/>
        </p:nvSpPr>
        <p:spPr>
          <a:xfrm>
            <a:off x="5715000" y="21945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Run npm install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8"/>
          <p:cNvSpPr/>
          <p:nvPr/>
        </p:nvSpPr>
        <p:spPr>
          <a:xfrm>
            <a:off x="4617720" y="254203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8"/>
          <p:cNvSpPr/>
          <p:nvPr/>
        </p:nvSpPr>
        <p:spPr>
          <a:xfrm>
            <a:off x="4910328" y="251460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8"/>
          <p:cNvSpPr/>
          <p:nvPr/>
        </p:nvSpPr>
        <p:spPr>
          <a:xfrm>
            <a:off x="5715000" y="2514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Run npm start in a tmux session with auto-restart loop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8"/>
          <p:cNvSpPr/>
          <p:nvPr/>
        </p:nvSpPr>
        <p:spPr>
          <a:xfrm>
            <a:off x="4617720" y="2862072"/>
            <a:ext cx="201168" cy="2011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A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8"/>
          <p:cNvSpPr/>
          <p:nvPr/>
        </p:nvSpPr>
        <p:spPr>
          <a:xfrm>
            <a:off x="4910328" y="28346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STEP 10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8"/>
          <p:cNvSpPr/>
          <p:nvPr/>
        </p:nvSpPr>
        <p:spPr>
          <a:xfrm>
            <a:off x="5715000" y="28346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Run /invite @Claude Code inside a Slack 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9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9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Setup Complete!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9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You can now control Claude Code entirely from Slack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1" name="Google Shape;551;p19"/>
          <p:cNvCxnSpPr/>
          <p:nvPr/>
        </p:nvCxnSpPr>
        <p:spPr>
          <a:xfrm>
            <a:off x="457200" y="109728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2" name="Google Shape;552;p19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4800"/>
              <a:buFont typeface="Calibri"/>
              <a:buNone/>
            </a:pPr>
            <a:r>
              <a:rPr b="1" i="0" lang="en-US" sz="48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✓  Setup Complete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9"/>
          <p:cNvSpPr/>
          <p:nvPr/>
        </p:nvSpPr>
        <p:spPr>
          <a:xfrm>
            <a:off x="457200" y="26517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9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9"/>
          <p:cNvSpPr/>
          <p:nvPr/>
        </p:nvSpPr>
        <p:spPr>
          <a:xfrm>
            <a:off x="640080" y="27249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/claude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9"/>
          <p:cNvSpPr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File read · write · git push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9"/>
          <p:cNvSpPr/>
          <p:nvPr/>
        </p:nvSpPr>
        <p:spPr>
          <a:xfrm>
            <a:off x="4617720" y="26517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9"/>
          <p:cNvSpPr/>
          <p:nvPr/>
        </p:nvSpPr>
        <p:spPr>
          <a:xfrm>
            <a:off x="4617720" y="26517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9"/>
          <p:cNvSpPr/>
          <p:nvPr/>
        </p:nvSpPr>
        <p:spPr>
          <a:xfrm>
            <a:off x="4800600" y="27249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/tmux-connect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9"/>
          <p:cNvSpPr/>
          <p:nvPr/>
        </p:nvSpPr>
        <p:spPr>
          <a:xfrm>
            <a:off x="4800600" y="30175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Live session monitoring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9"/>
          <p:cNvSpPr/>
          <p:nvPr/>
        </p:nvSpPr>
        <p:spPr>
          <a:xfrm>
            <a:off x="457200" y="35661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9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9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Permission requests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9"/>
          <p:cNvSpPr/>
          <p:nvPr/>
        </p:nvSpPr>
        <p:spPr>
          <a:xfrm>
            <a:off x="640080" y="39319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Auto-detected + one-click button reply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9"/>
          <p:cNvSpPr/>
          <p:nvPr/>
        </p:nvSpPr>
        <p:spPr>
          <a:xfrm>
            <a:off x="4617720" y="3566160"/>
            <a:ext cx="3977640" cy="731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4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9"/>
          <p:cNvSpPr/>
          <p:nvPr/>
        </p:nvSpPr>
        <p:spPr>
          <a:xfrm>
            <a:off x="4617720" y="3566160"/>
            <a:ext cx="54864" cy="73152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9"/>
          <p:cNvSpPr/>
          <p:nvPr/>
        </p:nvSpPr>
        <p:spPr>
          <a:xfrm>
            <a:off x="4800600" y="363931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Reminders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9"/>
          <p:cNvSpPr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Auto-resent after 5 min of no response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625" lIns="625" spcFirstLastPara="1" rIns="625" wrap="square" tIns="6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2525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25252"/>
                </a:solidFill>
                <a:latin typeface="Calibri"/>
                <a:ea typeface="Calibri"/>
                <a:cs typeface="Calibri"/>
                <a:sym typeface="Calibri"/>
              </a:rPr>
              <a:t>If you hit issues, see Slide 17 (Troubleshooting)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2026-04-24T06:10:34Z</dcterms:created>
  <dc:creator>PptxGenJS</dc:creator>
</cp:coreProperties>
</file>