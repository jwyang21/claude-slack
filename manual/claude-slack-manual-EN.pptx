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Slack Integration Manual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41148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 from start to finish (Revised)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App Setup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448056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Server Install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448056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 Integration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448056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463040"/>
            <a:ext cx="16459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6304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05156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05156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1874520"/>
            <a:ext cx="16459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463040"/>
            <a:ext cx="1645920" cy="4114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874520"/>
            <a:ext cx="1645920" cy="4572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572768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1325880"/>
            <a:ext cx="1600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 → direct API call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/tmux-connect → attach session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 mode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37490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Anthropic API call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read / write / git push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quick one-off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063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/tmux-connect mode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3566160"/>
            <a:ext cx="39319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 to a running Claude Code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Auto-detect permission requests + button reply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monitoring long-running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Prerequisites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of these before starting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27048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or similar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 WSL works too)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087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527048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node --version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missing, see next slide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087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1527048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logged 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by running claude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key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Keys → Create Key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33375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workspace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privileges required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app installation)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1546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3375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bot files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0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 / package.json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(for secrets)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0-1 — Install Node.js 18 (if needed)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slide if node --version is already v18+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 current version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missing or too old, run: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80467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and install Node.js 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https://nodejs.org/dist/v18.20.4/node-v18.20.4-linux-x64.tar.xz -o node18.tar.xz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-xf node18.tar.xz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PATH=$PWD/node-v18.20.4-linux-x64/bin:$PATH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it permanent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PATH=/actual/path/node-v18.20.4-linux-x64/bin:$PATH' &gt;&gt; ~/.bashrc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25112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should print v18.20.4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export PATH only applies to the current terminal. Append to ~/.bashrc so it persists across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the Slack 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at api.slack.com/apps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api.slack.com/apps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673352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New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6654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66544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scratch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459736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App Name (e.g., Claude Code)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workspace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App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783080"/>
            <a:ext cx="31089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name can be renamed later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Workspace admin access required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Once created, an app cannot be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reused in another workspace —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choose carefully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Slack plans work fine too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Enable Socket Mode &amp; Generate App Token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bot connect without a public URL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→ Socket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Enable Socket Mode → 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57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157984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Token Name (any name works)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96896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xapp-... token → store safely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your SLACK_APP_TOKEN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280160"/>
            <a:ext cx="338328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token format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1691640"/>
            <a:ext cx="31089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xapp-1-ABCDEFGH12345-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XXXXXXXXXXXXXXXXXXXX-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YYYYYYYYYYYYYYYYYYYY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2926080"/>
            <a:ext cx="3383280" cy="173736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337560"/>
            <a:ext cx="3108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token is shown only once.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it now and save somewhere safe.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view it again after closing the dialog.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Add Bot Token Scopes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under OAuth &amp; Permissions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→ OAuth &amp; Permissions → Scopes → Bot Token Scopes → Add an OAuth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to add (6 total):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chat:write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channels:history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groups:history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im:history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mpim:history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After adding scopes, click [Install to Workspace] or [Reinstall to Workspace] to apply them.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Register Slash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→ Create New Command (repeat for each)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→ Slash Commands → Create New Command    |    Request URL: https://example.com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5303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37744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Anthropic API task (file read/write/git)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92608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2834640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 Claude Code tmux session by index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/tmux-disconnect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29184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from the connected tmux session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292608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3749040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input to the connected tmux session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206240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/tmux-status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420624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420624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current tmux screen and post to Slack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 — Event Subscriptions + Generate Bot Token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the bot to see thread replies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Event Subscriptions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Event Subscriptions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Toggle Enable Events → 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Request URL: https://example.com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Subscribe to bot events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Add Bot User Event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4 events (shown below)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Click Save Changes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40233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54880"/>
            <a:ext cx="3749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message.channels   message.groups   message.im   message.mpim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Generate Bot Token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OAuth &amp; Permissions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Click Install to Workspace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60604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Allow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the xoxb-...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Store somewhere safe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→ This is your SLACK_BOT_TOKEN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754880"/>
            <a:ext cx="40233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754880"/>
            <a:ext cx="3749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xoxb-XXXXXXXXXXXX-XXXXXXXXXXXX-XXXXXXXXXXXXXXXXXXXXXXXX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Install the Bot on Your Server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on the server terminal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the folder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~/claude-slack &amp;&amp; cd ~/claude-slack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Place three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 bot code (provided with this manual)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697480"/>
            <a:ext cx="5943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dependency list (see next slide)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 storage (see next slide)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Install dependencies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67912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Confirm installation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45152"/>
            <a:ext cx="8046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217 packages, and audited 218 packages in 10s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0 vulnerabilities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7-1 — Create package.json &amp; .env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commands below as-is in your terminal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package.json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205740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804672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&gt; package.json &lt;&lt; 'EOF'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"claude-slack-bridge",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"1.0.0",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"commonjs",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"scripts": { "start": "node index.js"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"dependencies":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"@anthropic-ai/sdk": "^0.80.0",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"@slack/bolt": "^3.19.0",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"dotenv": "^16.4.5"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.env (fill in your tokens)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42232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SLACK_BOT_TOKEN=xoxb-paste-here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SLACK_APP_TOKEN=xapp-paste-here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ANTHROPIC_API_KEY=sk-ant-paste-here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real tokens into .env. Get ANTHROPIC_API_KEY from console.anthropic.com → API Keys.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&amp; 9 — Run the Bot + Invite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 options + add the bot to a Slack channel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Basic run (for testing)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~/claude-slack &amp;&amp; npm start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 you'll see: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9319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0487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↔ Slack running!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Now connected to Slack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Auto-restart (recommended)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93192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27632"/>
            <a:ext cx="3749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dedicated tmux session for the bot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new-session -s slack-bot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with auto-restart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true; 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npm start --prefix ~/claude-slack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sleep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Invite the Bot to a Slack Channel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9319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22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/invite @Claude 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Run this inside the Slack channel you want to 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Once this is done, you can use /claude, /tmux-connect, and the other commands from Slack.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The /claude Command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Anthropic API call — file read/write/git tasks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&lt;task description&gt;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96312"/>
            <a:ext cx="8046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/path/to/project review the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/path/to/file.py fix the bug and push to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/path/to/repo update README.md and push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 a thread after completion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182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task finishes, [New Task] and [Exit Session] buttons appear.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297680"/>
            <a:ext cx="182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 the thread to continue the same conversation with full context.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182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include a path, the file/directory is read automatically and added to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/tmux-connect Session Attachment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Slack to a Claude Code already running in tmux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session number on the server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840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0: Claude Code    # 1: bot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session index where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running (usually 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Attach from a Slack channel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077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Pass the session index from Step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automatically after attaching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58768"/>
            <a:ext cx="2679192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95928"/>
            <a:ext cx="24048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permission requests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361688"/>
            <a:ext cx="24048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Code asks for approval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buttons are posted in Slack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3858768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3858768"/>
            <a:ext cx="2679192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95928"/>
            <a:ext cx="24048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parsing fallback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4361688"/>
            <a:ext cx="24048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options can't be parsed reliably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default Yes/No buttons with 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"Could not parse options" warning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98464" y="3858768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98464" y="3858768"/>
            <a:ext cx="2679192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3995928"/>
            <a:ext cx="24048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reminders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35624" y="4361688"/>
            <a:ext cx="24048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permission stays unanswered &gt;5 min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same buttons are resent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(auto-stops if you reply in the terminal)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In-thread tmux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session by replying inside the thread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doesn't allow slash commands inside threads. Type the text below as a thread reply instead.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reply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874520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tmux-status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51760" y="233172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current terminal screen → post to Slack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233172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19456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2926080"/>
            <a:ext cx="402336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926080"/>
            <a:ext cx="3749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/status in Claude Code → check remaining usage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2926080"/>
            <a:ext cx="201168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&lt;question&gt;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651760" y="352044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3520440"/>
            <a:ext cx="3749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 to Anthropic API (terminal screen NOT included)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75120" y="35204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520440"/>
            <a:ext cx="1737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what is recursion?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219456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14800"/>
            <a:ext cx="1920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 text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651760" y="4114800"/>
            <a:ext cx="402336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as-is into the tmux session (command for Claude Code)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4114800"/>
            <a:ext cx="201168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the experiment results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Permission Request Buttons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 in Slack when Claude Code asks for approval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asks for approval before running a new command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detects the prompt pattern in terminal output (every 3s)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alert + buttons posted to Slack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click, the chosen option number is sent to tmux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unanswered, a reminder is resent every 5 minutes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12080" y="1280160"/>
            <a:ext cx="3474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 is requesting permission: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1691640"/>
            <a:ext cx="320040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764792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you want to proceed?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1. Yes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2606040"/>
            <a:ext cx="347472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Yes, don't ask again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3520440"/>
            <a:ext cx="34747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 click is forwarded to tmux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57200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option parsing fails, the buttons fall back to 1. Yes / 2. No (with a "Could not parse options" warning).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Common Issues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breaks, start here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Unexpected token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Node.js version too old (12 or lower)    →    Fix: Check node --version, upgrade to Node 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93392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39112"/>
            <a:ext cx="7863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find module '@anthropic-ai/sdk'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13432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npm install skipped, or installed with old Node    →    Fix: rm -rf node_modules &amp;&amp; npm install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06624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52344"/>
            <a:ext cx="7863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Unhandled event 'server explicit disconnect'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26664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Slack server connection dropped (unstable network)    →    Fix: Use auto-restart loop (while true; do npm start; sleep 5; done)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19856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65576"/>
            <a:ext cx="7863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tmux-status shows an empty screen after /tmux-connect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39896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Wrong tmux session index or pane needs specifying    →    Fix: Run tmux list-panes -a to find the correct session:window.pane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33088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78808"/>
            <a:ext cx="7863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alerts never arrive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453128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awaitingPermission flag stuck at true from a prior request    →    Fix: Run /tmux-disconnect then /tmux-connect to reset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Checklist — A to 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item in order to finish setup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3444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Node.js 18+ is installed (node --version)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Claude Code is logged in (run claude)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Slack app at api.slack.com/apps (From scratch)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2199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Socket Mode + generate and save SLACK_APP_TOKEN (xapp-)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4203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1460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5448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6 Bot Token Scopes (chat:write, etc.)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6207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5 slash commands (/claude, /tmux-connect, ...)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8211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15468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5448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Event Subscriptions (message.channels / .groups / .im / .mpim)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126187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123444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 Workspace + save SLACK_BOT_TOKEN (xoxb-)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158191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150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 on server with index.js, package.json, .env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190195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1500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3 tokens into .env (BOT_TOKEN, APP_TOKEN, API_KEY)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222199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1500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install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54203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251460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150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start in a tmux session with auto-restart loop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286207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1500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/invite @Claude Code inside a Slack channel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Complete!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control Claude Code entirely from Slack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Setup Complete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 · write · git push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651760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651760"/>
            <a:ext cx="54864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monitoring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66160"/>
            <a:ext cx="54864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requests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+ one-click button reply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566160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566160"/>
            <a:ext cx="54864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Reminders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Auto-resent after 5 min of no 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hit issues, see Slide 17 (Troubleshooting)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+ Slack Integration Manual</dc:title>
  <dc:subject>PptxGenJS Presentation</dc:subject>
  <dc:creator>PptxGenJS</dc:creator>
  <cp:lastModifiedBy>PptxGenJS</cp:lastModifiedBy>
  <cp:revision>1</cp:revision>
  <dcterms:created xsi:type="dcterms:W3CDTF">2026-04-23T21:32:31Z</dcterms:created>
  <dcterms:modified xsi:type="dcterms:W3CDTF">2026-04-23T21:32:31Z</dcterms:modified>
</cp:coreProperties>
</file>