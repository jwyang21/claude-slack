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Integration Manual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4114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guide from start to finish (Revised)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App Setup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 Install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Integration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 together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(user)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Server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03120" y="1874520"/>
            <a:ext cx="16459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94960" y="1874520"/>
            <a:ext cx="1645920" cy="-4114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4960" y="1874520"/>
            <a:ext cx="1645920" cy="4572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40680" y="1325880"/>
            <a:ext cx="1600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→ direct API call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40680" y="2286000"/>
            <a:ext cx="1600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→ attach session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06324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0040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mode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3566160"/>
            <a:ext cx="3749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Anthropic API call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File read / write / git push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quick one-off tasks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306324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3200400"/>
            <a:ext cx="39319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mode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9160" y="3566160"/>
            <a:ext cx="39319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Attach to a running Claude Code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Auto-detect permission requests + button reply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monitoring long-running 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— Prerequisites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all of these before starting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server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or similar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 WSL works too)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node --version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missing, see next slide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508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15270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0" y="20116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and logged in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by running claude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key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Keys → Create Key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4612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2900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2900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84048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workspace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2900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privileges required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(for app installation)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35040" y="31546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3337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29400" y="3355848"/>
            <a:ext cx="1965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bot files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217920" y="3840480"/>
            <a:ext cx="2331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/ package.json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(for secrets)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0-1 — Install Node.js 18 (if needed)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this slide if node --version is already v18+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Check current version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If missing or too old, run: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822960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50592"/>
            <a:ext cx="80467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Download and install Node.js 18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https://nodejs.org/dist/v18.20.4/node-v18.20.4-linux-x64.tar.xz -o node18.tar.xz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 -xf node18.tar.xz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PATH=$PWD/node-v18.20.4-linux-x64/bin:$PATH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Make it permanent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PATH=/actual/path/node-v18.20.4-linux-x64/bin:$PATH' &gt;&gt; ~/.bashrc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~/.bashrc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Verify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2511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   # should print v18.20.4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export PATH only applies to the current terminal. Append to ~/.bashrc so it persists across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Create the Slack 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at api.slack.com/apps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api.slack.com/apps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673352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New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066544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0665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066544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From scratch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459736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4597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459736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App Name (e.g., Claude Code)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852928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8529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2852928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workspace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24612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246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3246120"/>
            <a:ext cx="41148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 App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4068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40680" y="1783080"/>
            <a:ext cx="31089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name can be renamed later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Workspace admin access required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Once created, an app cannot be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reused in another workspace —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choose carefully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 Slack plans work fine too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Enable Socket Mode &amp; Generate App Token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bot connect without a public URL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Socket Mode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19072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190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719072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Enable Socket Mode → 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157984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57984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Token Name (any name works)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596896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5968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596896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035808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358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035808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xapp-... token → store safely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3273552"/>
            <a:ext cx="4114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This is your SLACK_APP_TOKEN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03520" y="1280160"/>
            <a:ext cx="3383280" cy="146304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4068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token format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40680" y="1691640"/>
            <a:ext cx="310896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xapp-1-ABCDEFGH12345-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XXXXXXXXXXXXXXXXXXXX-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YYYYYYYYYYYYYYYYYYYY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03520" y="2926080"/>
            <a:ext cx="3383280" cy="173736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40680" y="301752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Important!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40680" y="3337560"/>
            <a:ext cx="310896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token is shown only once.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it now and save somewhere safe.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view it again after closing the dialog.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Add Bot Token Scopes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under OAuth &amp; Permissions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OAuth &amp; Permissions → Scopes → Bot Token Scopes → Add an OAuth Scope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 to add (6 total):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chat:write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channels:history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groups:history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im:history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mpim:history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After adding scopes, click [Install to Workspace] or [Reinstall to Workspace] to apply them.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Register Slash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→ Create New Command (repeat for each)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sidebar → Slash Commands → Create New Command    |    Request URL: https://example.com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3774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3774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3774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Anthropic API task (file read/write/git)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92608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8346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83280" y="2834640"/>
            <a:ext cx="530352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28346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Claude Code tmux session by index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918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/tmux-disconnect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83280" y="32918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 from the connected tmux session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292608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83280" y="3749040"/>
            <a:ext cx="5303520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37490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input to the connected tmux session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206240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4206240"/>
            <a:ext cx="2788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/tmux-status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4206240"/>
            <a:ext cx="5303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4206240"/>
            <a:ext cx="5120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tmux screen and post to Slack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&amp; 6 — Event Subscriptions + Generate Bot Token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the bot to see thread replies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Event Subscriptions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Event Subscriptions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Toggle Enable Events → 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Request URL: https://example.com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Subscribe to bot events →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 Bot User Event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42900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 4 events (shown below)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Click Save Changes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54880"/>
            <a:ext cx="40233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message.channels   message.groups   message.im   message.mpim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Generate Bot Token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17830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Click OAuth &amp; Permissions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Click Install to Workspace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Click Allow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060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Copy the xoxb-... token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342900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Store somewhere safe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7490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→ This is your SLACK_BOT_TOKEN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4754880"/>
            <a:ext cx="40233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4754880"/>
            <a:ext cx="37490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xoxb-XXXXXXXXXXXX-XXXXXXXXXXXX-XXXXXXXXXXXXXXXXXXXXXXXX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Install the Bot on Your Server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these on the server terminal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Create the folder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~/claude-slack &amp;&amp; cd ~/claude-slack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Place three files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37744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main bot code (provided with this manual)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69748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dependency list (see next slide)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token storage (see next slide)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Install dependencies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67912"/>
            <a:ext cx="8046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 installation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645152"/>
            <a:ext cx="8046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 217 packages, and audited 218 packages in 10s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0 vulnerabilities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7-1 — Create package.json &amp; .env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commands below as-is in your terminal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package.json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20574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package.json &lt;&lt; 'EOF'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"claude-slack-bridge",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"1.0.0",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"commonjs",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"scripts": { "start": "node index.js"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"dependencies":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"@anthropic-ai/sdk": "^0.80.0",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"@slack/bolt": "^3.19.0",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"dotenv": "^16.4.5"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.env (fill in your tokens)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822960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142232"/>
            <a:ext cx="80467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SLACK_BOT_TOKEN=xoxb-paste-here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SLACK_APP_TOKEN=xapp-paste-here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ANTHROPIC_API_KEY=sk-ant-paste-here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real tokens into .env. Get ANTHROPIC_API_KEY from console.anthropic.com → API Keys.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&amp; 9 — Run the Bot + Invite 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run options + add the bot to a Slack channel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Basic run (for testing)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276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 &amp;&amp; npm start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success you'll see: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3931920" cy="64008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04872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↔ Slack running!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Now connected to Slack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Auto-restart (recommended)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554480"/>
            <a:ext cx="3931920" cy="141732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627632"/>
            <a:ext cx="37490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dedicated tmux session for the bot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new-session -s slack-bot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with auto-restart loop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true; 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start --prefix ~/claude-slack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sleep 5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Invite the Bot to a Slack Channel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393192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221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/invite @Claude Code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3749040"/>
            <a:ext cx="4114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Run this inside the Slack channel you want to use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434840"/>
            <a:ext cx="8046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Once this is done, you can use /claude, /tmux-connect, and the other commands from Slack.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— The /claude Command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Anthropic API call — file read/write/git tasks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73352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&lt;task description&gt;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96312"/>
            <a:ext cx="80467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/path/to/project review the 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/path/to/file.py fix the bug and push to main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/path/to/repo update README.md and push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in a thread after completion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397764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97764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task finishes, [New Task] and [Exit Session] buttons appear.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429768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29768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in the thread to continue the same conversation with full context.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4617720"/>
            <a:ext cx="1828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61772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include a path, the file/directory is read automatically and added to context.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— /tmux-connect Session Attachment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Slack to a Claude Code already running in tmux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Find the session number on the server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840480" cy="8229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2763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ls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 output: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Claude Code    # 1: bot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1691640"/>
            <a:ext cx="4206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session index where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running (usually 0)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Attach from a Slack channel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9077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Pass the session index from Step 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automatically after attaching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permission requests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Claude Code asks for approval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buttons are posted in Slack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7832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parsing fallback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64992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options can't be parsed reliably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default Yes/No buttons with 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"Could not parse options" warning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98464" y="3858768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98464" y="3858768"/>
            <a:ext cx="2679192" cy="45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35624" y="3995928"/>
            <a:ext cx="2404872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Unanswered reminders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35624" y="4361688"/>
            <a:ext cx="2404872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permission stays unanswered &gt;5 min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same buttons are resent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(auto-stops if you reply in the terminal)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— In-thread tmux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session by replying inside the thread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doesn't allow slash commands inside threads. Type the text below as a thread reply instead.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reply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331720"/>
            <a:ext cx="21945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3172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651760" y="2331720"/>
            <a:ext cx="4023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88920" y="233172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current terminal screen → post to Slack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75120" y="2331720"/>
            <a:ext cx="20116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233172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21945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651760" y="2926080"/>
            <a:ext cx="40233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292608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/status in Claude Code → check remaining usage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5120" y="2926080"/>
            <a:ext cx="201168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292608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21945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52044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&lt;question&gt;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651760" y="3520440"/>
            <a:ext cx="4023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88920" y="352044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question to Anthropic API (terminal screen NOT included)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675120" y="3520440"/>
            <a:ext cx="20116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12280" y="352044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what is recursion?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21945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114800"/>
            <a:ext cx="1920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other text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651760" y="4114800"/>
            <a:ext cx="402336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88920" y="4114800"/>
            <a:ext cx="37490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Forwarded as-is into the tmux session (command for Claude Code)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675120" y="4114800"/>
            <a:ext cx="2011680" cy="594360"/>
          </a:xfrm>
          <a:prstGeom prst="rect">
            <a:avLst/>
          </a:prstGeom>
          <a:solidFill>
            <a:srgbClr val="FAFAFA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12280" y="4114800"/>
            <a:ext cx="17373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summarize the experiment results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4 — Permission Request Buttons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Auto-notify in Slack when Claude Code asks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asks for approval before running a new command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detects the prompt pattern in terminal output (every 3s)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94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alert + buttons posted to Slack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click, the chosen option number is sent to tmux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320040" cy="3200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108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unanswered, a reminder is resent every 5 minutes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212080" y="1280160"/>
            <a:ext cx="34747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Claude is requesting permission: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49240" y="1691640"/>
            <a:ext cx="320040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D4D4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1764792"/>
            <a:ext cx="3017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you want to proceed?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1. Yes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Yes, don't ask again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12080" y="3977640"/>
            <a:ext cx="3474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 click is forwarded to tmux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FF5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572000"/>
            <a:ext cx="8046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If option parsing fails, the buttons fall back to 1. Yes / 2. No (with a "Could not parse options" warning).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— Common Issues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breaks, start here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SyntaxError: Unexpected token {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Node.js version too old (12 or lower)    →    Fix: Check node --version, upgrade to Node 18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93392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93392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039112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find module '@anthropic-ai/sdk'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313432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npm install skipped, or installed with old Node    →    Fix: rm -rf node_modules &amp;&amp; npm install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706624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52344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Unhandled event 'server explicit disconnect'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026664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Slack server connection dropped (unstable network)    →    Fix: Use auto-restart loop (while true; do npm start; sleep 5; done)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419856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9856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465576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 shows an empty screen after /tmux-connect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3739896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Wrong tmux session index or pane needs specifying    →    Fix: Run tmux list-panes -a to find the correct session:window.pane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133088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33088"/>
            <a:ext cx="4572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178808"/>
            <a:ext cx="7863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alerts never arrive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4453128"/>
            <a:ext cx="78638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awaitingPermission flag stuck at true from a prior request    →    Fix: Run /tmux-disconnect then /tmux-connect to reset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Checklist — A to Z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item in order to finish setup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2344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55448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Node.js 18+ is installed (node --version)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819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5448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Claude Code is logged in (run claude)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187452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5448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Slack app at api.slack.com/apps (From scratch)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2199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5448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Socket Mode + generate and save SLACK_APP_TOKEN (xapp-)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4203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5448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6 Bot Token Scopes (chat:write, etc.)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620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55448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5 slash commands (/claude, /tmux-connect, ...)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1821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31546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55448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 Event Subscriptions (message.channels / .groups / .im / .mpim)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17720" y="12618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0328" y="12344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715000" y="12344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 Workspace + save SLACK_BOT_TOKEN (xoxb-)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17720" y="15819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0328" y="155448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71500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folder on server with index.js, package.json, .env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17720" y="19019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10328" y="187452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1500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all 3 tokens into .env (BOT_TOKEN, APP_TOKEN, API_KEY)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17720" y="222199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10328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71500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npm install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17720" y="254203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1032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1500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npm start in a tmux session with auto-restart loop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17720" y="286207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0328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15000" y="2834640"/>
            <a:ext cx="2926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/invite @Claude Code inside a Slack channel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Complete!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control Claude Code entirely from Slack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Setup Complete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 · write · git push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26517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6517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monitoring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requests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 + one-click button reply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3566160"/>
            <a:ext cx="3977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3566160"/>
            <a:ext cx="54864" cy="7315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Reminders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Auto-resent after 5 min of no response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hit issues, see Slide 17 (Troubleshooting)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+ Slack Integration Manual</dc:title>
  <dc:subject>PptxGenJS Presentation</dc:subject>
  <dc:creator>PptxGenJS</dc:creator>
  <cp:lastModifiedBy>PptxGenJS</cp:lastModifiedBy>
  <cp:revision>1</cp:revision>
  <dcterms:created xsi:type="dcterms:W3CDTF">2026-04-23T13:33:28Z</dcterms:created>
  <dcterms:modified xsi:type="dcterms:W3CDTF">2026-04-23T13:33:28Z</dcterms:modified>
</cp:coreProperties>
</file>